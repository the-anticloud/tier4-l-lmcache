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286000"/>
            <a:ext cx="10972800" cy="1828800"/>
          </a:xfrm>
          <a:prstGeom prst="rect">
            <a:avLst/>
          </a:prstGeom>
          <a:noFill/>
        </p:spPr>
        <p:txBody>
          <a:bodyPr wrap="none">
            <a:spAutoFit/>
          </a:bodyPr>
          <a:lstStyle/>
          <a:p>
            <a:r>
              <a:rPr sz="3200" b="1"/>
              <a:t>P04 Hq Solution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005840"/>
            <a:ext cx="10972800" cy="5486400"/>
          </a:xfrm>
          <a:prstGeom prst="rect">
            <a:avLst/>
          </a:prstGeom>
          <a:noFill/>
        </p:spPr>
        <p:txBody>
          <a:bodyPr wrap="square">
            <a:spAutoFit/>
          </a:bodyPr>
          <a:lstStyle/>
          <a:p>
            <a:r>
              <a:t>Domain: Physics/Mathematics</a:t>
            </a:r>
          </a:p>
          <a:p>
            <a:r>
              <a:t>Model: PAX L5 Narrow L2 General 27B</a:t>
            </a:r>
          </a:p>
          <a:p>
            <a:r>
              <a:t>Author: Lois-Kleinner Alpasan | Company: Anticloud FZ LLE</a:t>
            </a:r>
          </a:p>
          <a:p>
            <a:r>
              <a:t>Run: PAX_27B HQ v54 | Tokens: 6803 | Time: 1221.7s | Chain: 7c2a10f275308257b95335f6839c1565159650e399175675822ed873083c14f7 | Genesis: 8b4a8a4f6312dfbe885de8280716985637c163fd2a4b5590341d56db1cc4e560</a:t>
            </a:r>
          </a:p>
          <a:p>
            <a:r>
              <a:t>Subject: Proposed Framework for the Rigorous Construction of 4D Yang-Mills Theory with a Non-Zero Mass Gap</a:t>
            </a:r>
          </a:p>
          <a:p>
            <a:r>
              <a:t>Model: PAX L5 Narrow L2 General 27B (Anticloud FZ LLE)</a:t>
            </a:r>
          </a:p>
          <a:p>
            <a:r>
              <a:t>Status: Theoretical Proposal / Partial Progress Roadmap</a:t>
            </a:r>
          </a:p>
          <a:p>
            <a:r>
              <a:t>The central hypothesis posits that the existence of a non-trivial Yang-Mills theory on $\mathbb{R}^4$ with a mass gap can be established not through direct lattice limits alone, but by constructing the Euclidean path measure as the unique invariant distribution of a regularized stochastic quantization flow (Parisi-Wu formalism).</a:t>
            </a:r>
          </a:p>
          <a:p>
            <a:r>
              <a:t>Specifically, we hypothesize that the ultraviolet divergences in 4D gauge theories can be controlled by introducing a spectral cutoff dependent on the stochastic time, coupled with a dynamic renormalization group (RG) flow that preserves the local gauge symmetry at every step of the stochastic evolution. The "mass gap" emerges dynamically from the confinement mechanism inherent in the infrared behavior of this regularized stochastic process, manifesting as an exponential decay of correlations in the spectral gap of the associated Langevin operator.</a:t>
            </a:r>
          </a:p>
          <a:p>
            <a:r>
              <a:t>To realize this hypothesis, we propose a hybrid framework combining Constructive Quantum Field Theory (CQFT), Geometric Analysis, and Stochastic Partial Differential Equations (SPDEs).</a:t>
            </a:r>
          </a:p>
          <a:p>
            <a:r>
              <a:t>Let $A$ be a connection 1-form on a trivial principal bundle over $\mathbb{R}^4$. We define the regularized action functional $S_\Lambda(A)$ using a momentum-space cutoff $\Lambda$:</a:t>
            </a:r>
          </a:p>
          <a:p>
            <a:r>
              <a:t>$$ S_\Lambda[A] = \int_{\mathbb{R}^4} d^4x \left( \frac{1}{4} |F_A|_{\Lambda}^2 + V_{ct,\Lambda}(A) \right) $$</a:t>
            </a:r>
          </a:p>
          <a:p>
            <a:r>
              <a:t>where $|F_A|_{\Lambda}$ denotes the field strength smoothed by a mollifier $\rho_\Lambda$, and $V_{ct,\Lambda}$ represents counterterms required to maintain asymptotic freedom.</a:t>
            </a:r>
          </a:p>
          <a:p>
            <a:r>
              <a:t>We introduce an auxiliary stochastic time $\tau \in [0, \infty)$ and define the evolution of the gauge field $A(x, \tau)$ via the Langevin equation: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