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L_LMCACHE</a:t>
            </a:r>
          </a:p>
          <a:p>
            <a:r>
              <a:t>Tier: TIER_4_INFERENCE_AGENTS</a:t>
            </a:r>
          </a:p>
          <a:p>
            <a:r>
              <a:t>Identity: Upstream LMCache/LMCache @ 0f166d0bcf5e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LMCache/LMCache |</a:t>
            </a:r>
          </a:p>
          <a:p>
            <a:r>
              <a:t>| Commit | 0f166d0bcf5e5526f861610e5b7b9a098595556e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27.64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L_LMCACHE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